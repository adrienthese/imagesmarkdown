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58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2.xml"/><Relationship Id="rId3" Type="http://schemas.openxmlformats.org/officeDocument/2006/relationships/presProps" Target="presProps.xml"/><Relationship Id="rId7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Relationship Id="rId9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86F1D-032A-4E6E-9811-7B15E23DD688}" type="datetimeFigureOut">
              <a:rPr lang="fr-FR" smtClean="0"/>
              <a:t>13/02/2024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3A360-2379-42A0-BF87-2D8587C7961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6194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86F1D-032A-4E6E-9811-7B15E23DD688}" type="datetimeFigureOut">
              <a:rPr lang="fr-FR" smtClean="0"/>
              <a:t>13/02/2024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3A360-2379-42A0-BF87-2D8587C7961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68921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86F1D-032A-4E6E-9811-7B15E23DD688}" type="datetimeFigureOut">
              <a:rPr lang="fr-FR" smtClean="0"/>
              <a:t>13/02/2024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3A360-2379-42A0-BF87-2D8587C7961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90664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86F1D-032A-4E6E-9811-7B15E23DD688}" type="datetimeFigureOut">
              <a:rPr lang="fr-FR" smtClean="0"/>
              <a:t>13/02/2024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3A360-2379-42A0-BF87-2D8587C7961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13971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86F1D-032A-4E6E-9811-7B15E23DD688}" type="datetimeFigureOut">
              <a:rPr lang="fr-FR" smtClean="0"/>
              <a:t>13/02/2024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3A360-2379-42A0-BF87-2D8587C7961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93010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86F1D-032A-4E6E-9811-7B15E23DD688}" type="datetimeFigureOut">
              <a:rPr lang="fr-FR" smtClean="0"/>
              <a:t>13/02/2024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3A360-2379-42A0-BF87-2D8587C7961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34274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86F1D-032A-4E6E-9811-7B15E23DD688}" type="datetimeFigureOut">
              <a:rPr lang="fr-FR" smtClean="0"/>
              <a:t>13/02/2024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3A360-2379-42A0-BF87-2D8587C7961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26897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86F1D-032A-4E6E-9811-7B15E23DD688}" type="datetimeFigureOut">
              <a:rPr lang="fr-FR" smtClean="0"/>
              <a:t>13/02/2024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3A360-2379-42A0-BF87-2D8587C7961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21822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86F1D-032A-4E6E-9811-7B15E23DD688}" type="datetimeFigureOut">
              <a:rPr lang="fr-FR" smtClean="0"/>
              <a:t>13/02/2024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3A360-2379-42A0-BF87-2D8587C7961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279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86F1D-032A-4E6E-9811-7B15E23DD688}" type="datetimeFigureOut">
              <a:rPr lang="fr-FR" smtClean="0"/>
              <a:t>13/02/2024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3A360-2379-42A0-BF87-2D8587C7961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466793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86F1D-032A-4E6E-9811-7B15E23DD688}" type="datetimeFigureOut">
              <a:rPr lang="fr-FR" smtClean="0"/>
              <a:t>13/02/2024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3A360-2379-42A0-BF87-2D8587C7961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83020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586F1D-032A-4E6E-9811-7B15E23DD688}" type="datetimeFigureOut">
              <a:rPr lang="fr-FR" smtClean="0"/>
              <a:t>13/02/2024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23A360-2379-42A0-BF87-2D8587C7961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25429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e 24"/>
          <p:cNvGrpSpPr/>
          <p:nvPr/>
        </p:nvGrpSpPr>
        <p:grpSpPr>
          <a:xfrm>
            <a:off x="3362035" y="-55416"/>
            <a:ext cx="4137891" cy="6857999"/>
            <a:chOff x="3334327" y="0"/>
            <a:chExt cx="4137891" cy="6857999"/>
          </a:xfrm>
        </p:grpSpPr>
        <p:pic>
          <p:nvPicPr>
            <p:cNvPr id="1026" name="Picture 2" descr="ST NUCLEO-L053R8 Nucleo Development Board STM32L0 Series Arduino ...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751" t="1792" r="9963" b="2688"/>
            <a:stretch/>
          </p:blipFill>
          <p:spPr bwMode="auto">
            <a:xfrm>
              <a:off x="3334327" y="0"/>
              <a:ext cx="4137891" cy="492298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 descr="Thermo 3 click at MG Super Labs India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255" t="51685" r="30927" b="6036"/>
            <a:stretch/>
          </p:blipFill>
          <p:spPr bwMode="auto">
            <a:xfrm>
              <a:off x="3334327" y="4922982"/>
              <a:ext cx="1730863" cy="19350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0" name="Picture 6" descr="Buy microSD click at the right price @ Electrokit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26266" y="4922981"/>
              <a:ext cx="1745952" cy="193501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Forme libre 9"/>
            <p:cNvSpPr/>
            <p:nvPr/>
          </p:nvSpPr>
          <p:spPr>
            <a:xfrm>
              <a:off x="4951379" y="2064060"/>
              <a:ext cx="1906621" cy="4348229"/>
            </a:xfrm>
            <a:custGeom>
              <a:avLst/>
              <a:gdLst>
                <a:gd name="connsiteX0" fmla="*/ 0 w 1906621"/>
                <a:gd name="connsiteY0" fmla="*/ 4171370 h 4348229"/>
                <a:gd name="connsiteX1" fmla="*/ 457200 w 1906621"/>
                <a:gd name="connsiteY1" fmla="*/ 3918451 h 4348229"/>
                <a:gd name="connsiteX2" fmla="*/ 1118681 w 1906621"/>
                <a:gd name="connsiteY2" fmla="*/ 435949 h 4348229"/>
                <a:gd name="connsiteX3" fmla="*/ 1906621 w 1906621"/>
                <a:gd name="connsiteY3" fmla="*/ 134391 h 4348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6621" h="4348229">
                  <a:moveTo>
                    <a:pt x="0" y="4171370"/>
                  </a:moveTo>
                  <a:cubicBezTo>
                    <a:pt x="135376" y="4356195"/>
                    <a:pt x="270753" y="4541021"/>
                    <a:pt x="457200" y="3918451"/>
                  </a:cubicBezTo>
                  <a:cubicBezTo>
                    <a:pt x="643647" y="3295881"/>
                    <a:pt x="877111" y="1066626"/>
                    <a:pt x="1118681" y="435949"/>
                  </a:cubicBezTo>
                  <a:cubicBezTo>
                    <a:pt x="1360251" y="-194728"/>
                    <a:pt x="1872574" y="7932"/>
                    <a:pt x="1906621" y="134391"/>
                  </a:cubicBezTo>
                </a:path>
              </a:pathLst>
            </a:custGeom>
            <a:ln w="19050">
              <a:solidFill>
                <a:srgbClr val="00B050"/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6" name="Forme libre 15"/>
            <p:cNvSpPr/>
            <p:nvPr/>
          </p:nvSpPr>
          <p:spPr>
            <a:xfrm>
              <a:off x="4919396" y="1895447"/>
              <a:ext cx="1906621" cy="4348229"/>
            </a:xfrm>
            <a:custGeom>
              <a:avLst/>
              <a:gdLst>
                <a:gd name="connsiteX0" fmla="*/ 0 w 1906621"/>
                <a:gd name="connsiteY0" fmla="*/ 4171370 h 4348229"/>
                <a:gd name="connsiteX1" fmla="*/ 457200 w 1906621"/>
                <a:gd name="connsiteY1" fmla="*/ 3918451 h 4348229"/>
                <a:gd name="connsiteX2" fmla="*/ 1118681 w 1906621"/>
                <a:gd name="connsiteY2" fmla="*/ 435949 h 4348229"/>
                <a:gd name="connsiteX3" fmla="*/ 1906621 w 1906621"/>
                <a:gd name="connsiteY3" fmla="*/ 134391 h 4348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6621" h="4348229">
                  <a:moveTo>
                    <a:pt x="0" y="4171370"/>
                  </a:moveTo>
                  <a:cubicBezTo>
                    <a:pt x="135376" y="4356195"/>
                    <a:pt x="270753" y="4541021"/>
                    <a:pt x="457200" y="3918451"/>
                  </a:cubicBezTo>
                  <a:cubicBezTo>
                    <a:pt x="643647" y="3295881"/>
                    <a:pt x="877111" y="1066626"/>
                    <a:pt x="1118681" y="435949"/>
                  </a:cubicBezTo>
                  <a:cubicBezTo>
                    <a:pt x="1360251" y="-194728"/>
                    <a:pt x="1872574" y="7932"/>
                    <a:pt x="1906621" y="134391"/>
                  </a:cubicBezTo>
                </a:path>
              </a:pathLst>
            </a:custGeom>
            <a:ln w="19050">
              <a:solidFill>
                <a:srgbClr val="0070C0"/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2" name="Forme libre 21"/>
            <p:cNvSpPr/>
            <p:nvPr/>
          </p:nvSpPr>
          <p:spPr>
            <a:xfrm>
              <a:off x="5586702" y="2898842"/>
              <a:ext cx="1281025" cy="3441792"/>
            </a:xfrm>
            <a:custGeom>
              <a:avLst/>
              <a:gdLst>
                <a:gd name="connsiteX0" fmla="*/ 325991 w 1318212"/>
                <a:gd name="connsiteY0" fmla="*/ 3326859 h 3441792"/>
                <a:gd name="connsiteX1" fmla="*/ 14706 w 1318212"/>
                <a:gd name="connsiteY1" fmla="*/ 3103123 h 3441792"/>
                <a:gd name="connsiteX2" fmla="*/ 744280 w 1318212"/>
                <a:gd name="connsiteY2" fmla="*/ 476655 h 3441792"/>
                <a:gd name="connsiteX3" fmla="*/ 1318212 w 1318212"/>
                <a:gd name="connsiteY3" fmla="*/ 0 h 3441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18212" h="3441792">
                  <a:moveTo>
                    <a:pt x="325991" y="3326859"/>
                  </a:moveTo>
                  <a:cubicBezTo>
                    <a:pt x="135491" y="3452508"/>
                    <a:pt x="-55009" y="3578157"/>
                    <a:pt x="14706" y="3103123"/>
                  </a:cubicBezTo>
                  <a:cubicBezTo>
                    <a:pt x="84421" y="2628089"/>
                    <a:pt x="527029" y="993842"/>
                    <a:pt x="744280" y="476655"/>
                  </a:cubicBezTo>
                  <a:cubicBezTo>
                    <a:pt x="961531" y="-40532"/>
                    <a:pt x="1152842" y="8106"/>
                    <a:pt x="1318212" y="0"/>
                  </a:cubicBez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7" name="Forme libre 26"/>
            <p:cNvSpPr/>
            <p:nvPr/>
          </p:nvSpPr>
          <p:spPr>
            <a:xfrm>
              <a:off x="5563595" y="2786583"/>
              <a:ext cx="1318212" cy="3393885"/>
            </a:xfrm>
            <a:custGeom>
              <a:avLst/>
              <a:gdLst>
                <a:gd name="connsiteX0" fmla="*/ 325991 w 1318212"/>
                <a:gd name="connsiteY0" fmla="*/ 3326859 h 3441792"/>
                <a:gd name="connsiteX1" fmla="*/ 14706 w 1318212"/>
                <a:gd name="connsiteY1" fmla="*/ 3103123 h 3441792"/>
                <a:gd name="connsiteX2" fmla="*/ 744280 w 1318212"/>
                <a:gd name="connsiteY2" fmla="*/ 476655 h 3441792"/>
                <a:gd name="connsiteX3" fmla="*/ 1318212 w 1318212"/>
                <a:gd name="connsiteY3" fmla="*/ 0 h 3441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18212" h="3441792">
                  <a:moveTo>
                    <a:pt x="325991" y="3326859"/>
                  </a:moveTo>
                  <a:cubicBezTo>
                    <a:pt x="135491" y="3452508"/>
                    <a:pt x="-55009" y="3578157"/>
                    <a:pt x="14706" y="3103123"/>
                  </a:cubicBezTo>
                  <a:cubicBezTo>
                    <a:pt x="84421" y="2628089"/>
                    <a:pt x="527029" y="993842"/>
                    <a:pt x="744280" y="476655"/>
                  </a:cubicBezTo>
                  <a:cubicBezTo>
                    <a:pt x="961531" y="-40532"/>
                    <a:pt x="1152842" y="8106"/>
                    <a:pt x="1318212" y="0"/>
                  </a:cubicBezTo>
                </a:path>
              </a:pathLst>
            </a:custGeom>
            <a:noFill/>
            <a:ln w="19050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8" name="Forme libre 27"/>
            <p:cNvSpPr/>
            <p:nvPr/>
          </p:nvSpPr>
          <p:spPr>
            <a:xfrm>
              <a:off x="5550622" y="2637424"/>
              <a:ext cx="1318212" cy="3393885"/>
            </a:xfrm>
            <a:custGeom>
              <a:avLst/>
              <a:gdLst>
                <a:gd name="connsiteX0" fmla="*/ 325991 w 1318212"/>
                <a:gd name="connsiteY0" fmla="*/ 3326859 h 3441792"/>
                <a:gd name="connsiteX1" fmla="*/ 14706 w 1318212"/>
                <a:gd name="connsiteY1" fmla="*/ 3103123 h 3441792"/>
                <a:gd name="connsiteX2" fmla="*/ 744280 w 1318212"/>
                <a:gd name="connsiteY2" fmla="*/ 476655 h 3441792"/>
                <a:gd name="connsiteX3" fmla="*/ 1318212 w 1318212"/>
                <a:gd name="connsiteY3" fmla="*/ 0 h 3441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18212" h="3441792">
                  <a:moveTo>
                    <a:pt x="325991" y="3326859"/>
                  </a:moveTo>
                  <a:cubicBezTo>
                    <a:pt x="135491" y="3452508"/>
                    <a:pt x="-55009" y="3578157"/>
                    <a:pt x="14706" y="3103123"/>
                  </a:cubicBezTo>
                  <a:cubicBezTo>
                    <a:pt x="84421" y="2628089"/>
                    <a:pt x="527029" y="993842"/>
                    <a:pt x="744280" y="476655"/>
                  </a:cubicBezTo>
                  <a:cubicBezTo>
                    <a:pt x="961531" y="-40532"/>
                    <a:pt x="1152842" y="8106"/>
                    <a:pt x="1318212" y="0"/>
                  </a:cubicBezTo>
                </a:path>
              </a:pathLst>
            </a:custGeom>
            <a:noFill/>
            <a:ln w="19050"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4" name="Forme libre 23"/>
            <p:cNvSpPr/>
            <p:nvPr/>
          </p:nvSpPr>
          <p:spPr>
            <a:xfrm>
              <a:off x="5875506" y="3083668"/>
              <a:ext cx="972766" cy="2665379"/>
            </a:xfrm>
            <a:custGeom>
              <a:avLst/>
              <a:gdLst>
                <a:gd name="connsiteX0" fmla="*/ 0 w 972766"/>
                <a:gd name="connsiteY0" fmla="*/ 2665379 h 2665379"/>
                <a:gd name="connsiteX1" fmla="*/ 457200 w 972766"/>
                <a:gd name="connsiteY1" fmla="*/ 700392 h 2665379"/>
                <a:gd name="connsiteX2" fmla="*/ 972766 w 972766"/>
                <a:gd name="connsiteY2" fmla="*/ 0 h 2665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72766" h="2665379">
                  <a:moveTo>
                    <a:pt x="0" y="2665379"/>
                  </a:moveTo>
                  <a:cubicBezTo>
                    <a:pt x="147536" y="1905000"/>
                    <a:pt x="295072" y="1144622"/>
                    <a:pt x="457200" y="700392"/>
                  </a:cubicBezTo>
                  <a:cubicBezTo>
                    <a:pt x="619328" y="256162"/>
                    <a:pt x="792804" y="58366"/>
                    <a:pt x="972766" y="0"/>
                  </a:cubicBezTo>
                </a:path>
              </a:pathLst>
            </a:custGeom>
            <a:noFill/>
            <a:ln w="190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6" name="Forme libre 5"/>
          <p:cNvSpPr/>
          <p:nvPr/>
        </p:nvSpPr>
        <p:spPr>
          <a:xfrm>
            <a:off x="1658549" y="2964875"/>
            <a:ext cx="2054468" cy="3380509"/>
          </a:xfrm>
          <a:custGeom>
            <a:avLst/>
            <a:gdLst>
              <a:gd name="connsiteX0" fmla="*/ 1832795 w 2054468"/>
              <a:gd name="connsiteY0" fmla="*/ 3380509 h 3380509"/>
              <a:gd name="connsiteX1" fmla="*/ 262614 w 2054468"/>
              <a:gd name="connsiteY1" fmla="*/ 2724727 h 3380509"/>
              <a:gd name="connsiteX2" fmla="*/ 179486 w 2054468"/>
              <a:gd name="connsiteY2" fmla="*/ 1339273 h 3380509"/>
              <a:gd name="connsiteX3" fmla="*/ 2054468 w 2054468"/>
              <a:gd name="connsiteY3" fmla="*/ 0 h 3380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54468" h="3380509">
                <a:moveTo>
                  <a:pt x="1832795" y="3380509"/>
                </a:moveTo>
                <a:cubicBezTo>
                  <a:pt x="1185480" y="3222721"/>
                  <a:pt x="538165" y="3064933"/>
                  <a:pt x="262614" y="2724727"/>
                </a:cubicBezTo>
                <a:cubicBezTo>
                  <a:pt x="-12938" y="2384521"/>
                  <a:pt x="-119156" y="1793394"/>
                  <a:pt x="179486" y="1339273"/>
                </a:cubicBezTo>
                <a:cubicBezTo>
                  <a:pt x="478128" y="885152"/>
                  <a:pt x="1266298" y="442576"/>
                  <a:pt x="2054468" y="0"/>
                </a:cubicBezTo>
              </a:path>
            </a:pathLst>
          </a:cu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Forme libre 6"/>
          <p:cNvSpPr/>
          <p:nvPr/>
        </p:nvSpPr>
        <p:spPr>
          <a:xfrm>
            <a:off x="1616442" y="4821384"/>
            <a:ext cx="4304066" cy="1893570"/>
          </a:xfrm>
          <a:custGeom>
            <a:avLst/>
            <a:gdLst>
              <a:gd name="connsiteX0" fmla="*/ 4304066 w 4304066"/>
              <a:gd name="connsiteY0" fmla="*/ 1505527 h 1893570"/>
              <a:gd name="connsiteX1" fmla="*/ 1514684 w 4304066"/>
              <a:gd name="connsiteY1" fmla="*/ 1893455 h 1893570"/>
              <a:gd name="connsiteX2" fmla="*/ 129229 w 4304066"/>
              <a:gd name="connsiteY2" fmla="*/ 1524000 h 1893570"/>
              <a:gd name="connsiteX3" fmla="*/ 36866 w 4304066"/>
              <a:gd name="connsiteY3" fmla="*/ 0 h 1893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04066" h="1893570">
                <a:moveTo>
                  <a:pt x="4304066" y="1505527"/>
                </a:moveTo>
                <a:cubicBezTo>
                  <a:pt x="3257278" y="1697951"/>
                  <a:pt x="2210490" y="1890376"/>
                  <a:pt x="1514684" y="1893455"/>
                </a:cubicBezTo>
                <a:cubicBezTo>
                  <a:pt x="818878" y="1896534"/>
                  <a:pt x="375532" y="1839576"/>
                  <a:pt x="129229" y="1524000"/>
                </a:cubicBezTo>
                <a:cubicBezTo>
                  <a:pt x="-117074" y="1208424"/>
                  <a:pt x="70733" y="263236"/>
                  <a:pt x="36866" y="0"/>
                </a:cubicBezTo>
              </a:path>
            </a:pathLst>
          </a:cu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rme libre 7"/>
          <p:cNvSpPr/>
          <p:nvPr/>
        </p:nvSpPr>
        <p:spPr>
          <a:xfrm>
            <a:off x="1859601" y="2382984"/>
            <a:ext cx="1871889" cy="4266953"/>
          </a:xfrm>
          <a:custGeom>
            <a:avLst/>
            <a:gdLst>
              <a:gd name="connsiteX0" fmla="*/ 1613271 w 1871889"/>
              <a:gd name="connsiteY0" fmla="*/ 4119418 h 4266953"/>
              <a:gd name="connsiteX1" fmla="*/ 615743 w 1871889"/>
              <a:gd name="connsiteY1" fmla="*/ 4119418 h 4266953"/>
              <a:gd name="connsiteX2" fmla="*/ 15380 w 1871889"/>
              <a:gd name="connsiteY2" fmla="*/ 2586182 h 4266953"/>
              <a:gd name="connsiteX3" fmla="*/ 329416 w 1871889"/>
              <a:gd name="connsiteY3" fmla="*/ 600364 h 4266953"/>
              <a:gd name="connsiteX4" fmla="*/ 1871889 w 1871889"/>
              <a:gd name="connsiteY4" fmla="*/ 0 h 4266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71889" h="4266953">
                <a:moveTo>
                  <a:pt x="1613271" y="4119418"/>
                </a:moveTo>
                <a:cubicBezTo>
                  <a:pt x="1247664" y="4247187"/>
                  <a:pt x="882058" y="4374957"/>
                  <a:pt x="615743" y="4119418"/>
                </a:cubicBezTo>
                <a:cubicBezTo>
                  <a:pt x="349428" y="3863879"/>
                  <a:pt x="63101" y="3172691"/>
                  <a:pt x="15380" y="2586182"/>
                </a:cubicBezTo>
                <a:cubicBezTo>
                  <a:pt x="-32341" y="1999673"/>
                  <a:pt x="19998" y="1031394"/>
                  <a:pt x="329416" y="600364"/>
                </a:cubicBezTo>
                <a:cubicBezTo>
                  <a:pt x="638834" y="169334"/>
                  <a:pt x="1696398" y="23091"/>
                  <a:pt x="1871889" y="0"/>
                </a:cubicBezTo>
              </a:path>
            </a:pathLst>
          </a:cu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Forme libre 8"/>
          <p:cNvSpPr/>
          <p:nvPr/>
        </p:nvSpPr>
        <p:spPr>
          <a:xfrm>
            <a:off x="1883921" y="5181602"/>
            <a:ext cx="4027351" cy="1651075"/>
          </a:xfrm>
          <a:custGeom>
            <a:avLst/>
            <a:gdLst>
              <a:gd name="connsiteX0" fmla="*/ 4027351 w 4027351"/>
              <a:gd name="connsiteY0" fmla="*/ 1311564 h 1651075"/>
              <a:gd name="connsiteX1" fmla="*/ 3353096 w 4027351"/>
              <a:gd name="connsiteY1" fmla="*/ 1413164 h 1651075"/>
              <a:gd name="connsiteX2" fmla="*/ 554478 w 4027351"/>
              <a:gd name="connsiteY2" fmla="*/ 1570182 h 1651075"/>
              <a:gd name="connsiteX3" fmla="*/ 296 w 4027351"/>
              <a:gd name="connsiteY3" fmla="*/ 0 h 1651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27351" h="1651075">
                <a:moveTo>
                  <a:pt x="4027351" y="1311564"/>
                </a:moveTo>
                <a:cubicBezTo>
                  <a:pt x="3979629" y="1340812"/>
                  <a:pt x="3931908" y="1370061"/>
                  <a:pt x="3353096" y="1413164"/>
                </a:cubicBezTo>
                <a:cubicBezTo>
                  <a:pt x="2774284" y="1456267"/>
                  <a:pt x="1113278" y="1805709"/>
                  <a:pt x="554478" y="1570182"/>
                </a:cubicBezTo>
                <a:cubicBezTo>
                  <a:pt x="-4322" y="1334655"/>
                  <a:pt x="-2013" y="667327"/>
                  <a:pt x="296" y="0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4299586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1ED1EFAF250784498B01753BB5899ED" ma:contentTypeVersion="11" ma:contentTypeDescription="Crée un document." ma:contentTypeScope="" ma:versionID="5cd18bff149b8492aff32ea48420b64a">
  <xsd:schema xmlns:xsd="http://www.w3.org/2001/XMLSchema" xmlns:xs="http://www.w3.org/2001/XMLSchema" xmlns:p="http://schemas.microsoft.com/office/2006/metadata/properties" xmlns:ns2="0acc5372-4d8a-4f08-97cc-d82a037f795e" xmlns:ns3="5c972f57-65af-4e3f-a23c-1dda5115b4d3" targetNamespace="http://schemas.microsoft.com/office/2006/metadata/properties" ma:root="true" ma:fieldsID="6509e796aa02e310f14e80ef8d1534c2" ns2:_="" ns3:_="">
    <xsd:import namespace="0acc5372-4d8a-4f08-97cc-d82a037f795e"/>
    <xsd:import namespace="5c972f57-65af-4e3f-a23c-1dda5115b4d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cc5372-4d8a-4f08-97cc-d82a037f795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alises d’images" ma:readOnly="false" ma:fieldId="{5cf76f15-5ced-4ddc-b409-7134ff3c332f}" ma:taxonomyMulti="true" ma:sspId="bb449ef9-7750-462c-9432-588b267b5aa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c972f57-65af-4e3f-a23c-1dda5115b4d3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61419e40-157c-45ee-a59a-f5574282f28b}" ma:internalName="TaxCatchAll" ma:showField="CatchAllData" ma:web="5c972f57-65af-4e3f-a23c-1dda5115b4d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acc5372-4d8a-4f08-97cc-d82a037f795e">
      <Terms xmlns="http://schemas.microsoft.com/office/infopath/2007/PartnerControls"/>
    </lcf76f155ced4ddcb4097134ff3c332f>
    <TaxCatchAll xmlns="5c972f57-65af-4e3f-a23c-1dda5115b4d3" xsi:nil="true"/>
  </documentManagement>
</p:properties>
</file>

<file path=customXml/itemProps1.xml><?xml version="1.0" encoding="utf-8"?>
<ds:datastoreItem xmlns:ds="http://schemas.openxmlformats.org/officeDocument/2006/customXml" ds:itemID="{2DA5E570-EA4D-4AAC-8A3A-ADB131F5B82B}"/>
</file>

<file path=customXml/itemProps2.xml><?xml version="1.0" encoding="utf-8"?>
<ds:datastoreItem xmlns:ds="http://schemas.openxmlformats.org/officeDocument/2006/customXml" ds:itemID="{56261A9C-5242-4188-86FF-6BC13B07029D}"/>
</file>

<file path=customXml/itemProps3.xml><?xml version="1.0" encoding="utf-8"?>
<ds:datastoreItem xmlns:ds="http://schemas.openxmlformats.org/officeDocument/2006/customXml" ds:itemID="{F5950789-5660-4C93-B435-4CA0912DA09C}"/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0</Words>
  <Application>Microsoft Office PowerPoint</Application>
  <PresentationFormat>Grand écran</PresentationFormat>
  <Paragraphs>0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Julien Sudre</dc:creator>
  <cp:lastModifiedBy>Julien Sudre</cp:lastModifiedBy>
  <cp:revision>5</cp:revision>
  <dcterms:created xsi:type="dcterms:W3CDTF">2024-02-13T09:17:21Z</dcterms:created>
  <dcterms:modified xsi:type="dcterms:W3CDTF">2024-02-13T12:52:25Z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0x01010011ED1EFAF250784498B01753BB5899ED</vt:lpwstr>
  </property>
</Properties>
</file>